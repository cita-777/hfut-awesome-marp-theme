
<file path=[Content_Types].xml><?xml version="1.0" encoding="utf-8"?>
<Types xmlns="http://schemas.openxmlformats.org/package/2006/content-types"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GIF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GIF"/><Relationship Id="rId3" Type="http://schemas.openxmlformats.org/officeDocument/2006/relationships/image" Target="../media/image22.GIF"/><Relationship Id="rId2" Type="http://schemas.openxmlformats.org/officeDocument/2006/relationships/image" Target="../media/image5.GIF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53238"/>
            <a:ext cx="5245615" cy="33515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69" y="2046209"/>
            <a:ext cx="5075331" cy="3242725"/>
          </a:xfrm>
          <a:prstGeom prst="rect">
            <a:avLst/>
          </a:prstGeom>
        </p:spPr>
      </p:pic>
      <p:pic>
        <p:nvPicPr>
          <p:cNvPr id="5" name="图片 4" descr="图形用户界面, 文本, 网站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419" y="663419"/>
            <a:ext cx="3642360" cy="2765581"/>
          </a:xfrm>
          <a:prstGeom prst="rect">
            <a:avLst/>
          </a:prstGeom>
        </p:spPr>
      </p:pic>
      <p:pic>
        <p:nvPicPr>
          <p:cNvPr id="7" name="图片 6" descr="电脑屏幕截图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19" y="3732578"/>
            <a:ext cx="3642360" cy="276558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Arial Unicode MS</vt:lpstr>
      <vt:lpstr>Calibri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Created by Marp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OSkernel2025内核设计答辩</dc:title>
  <dc:creator>Created by Marp</dc:creator>
  <dc:subject>PptxGenJS Presentation</dc:subject>
  <cp:lastModifiedBy>陈俊轲</cp:lastModifiedBy>
  <cp:revision>2</cp:revision>
  <dcterms:created xsi:type="dcterms:W3CDTF">2026-02-13T09:02:00Z</dcterms:created>
  <dcterms:modified xsi:type="dcterms:W3CDTF">2026-02-13T09:02:41Z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0DB9CF88A73C4CC7A6826B5E59CA48F8_12</vt:lpwstr>
  </property>
  <property fmtid="{D5CDD505-2E9C-101B-9397-08002B2CF9AE}" pid="3" name="KSOProductBuildVer">
    <vt:lpwstr>2052-12.1.0.25225</vt:lpwstr>
  </property>
</Properties>
</file>